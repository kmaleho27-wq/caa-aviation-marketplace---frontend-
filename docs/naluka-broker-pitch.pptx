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73152" cy="502920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10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Escrow OS for African Aviation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Aeropreserve scales his Rolodex without losing his moat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Naluka, backed by Aeropreserve   · 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the trust. The platform shouldn't replace you — it should scale you.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3017520"/>
          </a:xfrm>
          <a:prstGeom prst="rect">
            <a:avLst/>
          </a:prstGeom>
          <a:solidFill>
            <a:srgbClr val="1F2C4A"/>
          </a:solidFill>
          <a:ln w="6350">
            <a:solidFill>
              <a:srgbClr val="D4A9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quoting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RFQ becomes a chain of WhatsApps + emails. Quotes get lost. Suppliers respond at random hours. Days get burned on one part.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3017520"/>
            <a:ext cx="3657600" cy="3017520"/>
          </a:xfrm>
          <a:prstGeom prst="rect">
            <a:avLst/>
          </a:prstGeom>
          <a:solidFill>
            <a:srgbClr val="1F2C4A"/>
          </a:solidFill>
          <a:ln w="6350">
            <a:solidFill>
              <a:srgbClr val="D4A9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6008" y="37490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remember the markup. The buyer remembers the price. The supplier remembers their cost. When SACAA asks, nobody can prove who paid what to whom.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66176" y="3017520"/>
            <a:ext cx="3657600" cy="3017520"/>
          </a:xfrm>
          <a:prstGeom prst="rect">
            <a:avLst/>
          </a:prstGeom>
          <a:solidFill>
            <a:srgbClr val="1F2C4A"/>
          </a:solidFill>
          <a:ln w="6350">
            <a:solidFill>
              <a:srgbClr val="D4A9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at scale = risk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40496" y="37490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buyers and suppliers you introduce to each other in WhatsApp, the more easily they cut you out. Your network becomes their network.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where the broker is the only one who sees both sides.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09728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127248"/>
            <a:ext cx="3657600" cy="29260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does the matching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posts what they need. Trigger auto-matches against your supplier inventory in milliseconds.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3017520"/>
            <a:ext cx="3657600" cy="109728"/>
          </a:xfrm>
          <a:prstGeom prst="rect">
            <a:avLst/>
          </a:prstGeom>
          <a:solidFill>
            <a:srgbClr val="3A8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3127248"/>
            <a:ext cx="3657600" cy="29260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margin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6008" y="38862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item, per quote, per buyer. Slider from 20% to 200%. The platform never forces a number on you.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66176" y="3017520"/>
            <a:ext cx="3657600" cy="109728"/>
          </a:xfrm>
          <a:prstGeom prst="rect">
            <a:avLst/>
          </a:prstGeom>
          <a:solidFill>
            <a:srgbClr val="B84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3127248"/>
            <a:ext cx="3657600" cy="29260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5" name="Text 13"/>
          <p:cNvSpPr/>
          <p:nvPr/>
        </p:nvSpPr>
        <p:spPr>
          <a:xfrm>
            <a:off x="8540496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is structural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0496" y="38862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cannot see supplier names. Suppliers cannot see buyer names. Enforced at the database level, not just hidden in the UI.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1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CONFIDENTIALITY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users. Three different views of the same transaction.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9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9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9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buyer identity?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never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supplier identity?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never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supplier base price?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never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their 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retail price buyer pays?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broker's quote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never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database level via Row-Level Security. Not just hidden in the UI.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RFQ to delivery in five steps.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34440" y="2468880"/>
            <a:ext cx="640080" cy="64008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40280" y="2514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posts RFQ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number, qty, condition, urgency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468880"/>
            <a:ext cx="640080" cy="64008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8036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auto-matches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80360" y="3840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fires against your inventory in 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2468880"/>
            <a:ext cx="640080" cy="64008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2514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21208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markup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3840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20-200%, send quote(s) to buyer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468880"/>
            <a:ext cx="640080" cy="64008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35440" y="2514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5438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accepts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43800" y="3840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your price + name, not supplier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61320" y="2468880"/>
            <a:ext cx="640080" cy="640080"/>
          </a:xfrm>
          <a:prstGeom prst="ellipse">
            <a:avLst/>
          </a:prstGeom>
          <a:solidFill>
            <a:srgbClr val="D4A93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613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87552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ships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75520" y="3840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arrives with your name, not buyer's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solidFill>
            <a:srgbClr val="1F2C4A"/>
          </a:solidFill>
          <a:ln w="6350">
            <a:solidFill>
              <a:srgbClr val="D4A9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holds the buyer's funds in escrow until delivery is confirmed. You're paid your cut automatically when the deal closes.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broker. Multiple quotes. Faster turnaround.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3A8A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chasing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once. Receive quotes from your broker without the WhatsApp back-and-forth.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0488" y="27432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88" y="2743200"/>
            <a:ext cx="73152" cy="1554480"/>
          </a:xfrm>
          <a:prstGeom prst="rect">
            <a:avLst/>
          </a:prstGeom>
          <a:solidFill>
            <a:srgbClr val="3A8A6E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offers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808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broker quotes multiple matches, see them side by side. Pick the best 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572000"/>
            <a:ext cx="73152" cy="1554480"/>
          </a:xfrm>
          <a:prstGeom prst="rect">
            <a:avLst/>
          </a:prstGeom>
          <a:solidFill>
            <a:srgbClr val="3A8A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records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quote, acceptance, and delivery is timestamped and exportable for your SACAA audit pack.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0488" y="45720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0488" y="4572000"/>
            <a:ext cx="73152" cy="1554480"/>
          </a:xfrm>
          <a:prstGeom prst="rect">
            <a:avLst/>
          </a:prstGeom>
          <a:solidFill>
            <a:srgbClr val="3A8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games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64808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broker's markup % on every quote. No surprises. No "what was the real price?"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SUPPLIERS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once. Your inventory works for you while you sleep.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B84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price, keep your margin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list your net. The broker handles markup. What you list is what you get.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0488" y="27432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88" y="2743200"/>
            <a:ext cx="73152" cy="1554480"/>
          </a:xfrm>
          <a:prstGeom prst="rect">
            <a:avLst/>
          </a:prstGeom>
          <a:solidFill>
            <a:srgbClr val="B84A1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buyer relationship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808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calls from a hundred different operators. The broker is your single counterparty.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572000"/>
            <a:ext cx="73152" cy="1554480"/>
          </a:xfrm>
          <a:prstGeom prst="rect">
            <a:avLst/>
          </a:prstGeom>
          <a:solidFill>
            <a:srgbClr val="B84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Escrowed payments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holds the buyer's funds. You get paid when delivery is confirmed. No invoicing chase.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0488" y="45720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0488" y="4572000"/>
            <a:ext cx="73152" cy="1554480"/>
          </a:xfrm>
          <a:prstGeom prst="rect">
            <a:avLst/>
          </a:prstGeom>
          <a:solidFill>
            <a:srgbClr val="B84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 manual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64808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Bulk-upload your inventory, or grant API read access. Either way, your stock is live to brokers globally.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BROKER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Rolodex. Your margins. Your control. At software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RFQs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finds inventory matches the moment a buyer posts. No more manual cross-referencing.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0488" y="27432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88" y="2743200"/>
            <a:ext cx="73152" cy="155448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markup control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808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per match, 20-200%. You know each supplier's volume; only you know what the buyer will accept.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572000"/>
            <a:ext cx="73152" cy="155448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UI lights 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 markup captured, your 50% cut, what's pending, what's owed. Real-time as deals close.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0488" y="4572000"/>
            <a:ext cx="5486400" cy="155448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0488" y="4572000"/>
            <a:ext cx="73152" cy="155448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gradually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64808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used to do in WhatsApp, the platform now does. You stay in the loop only when you want to.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1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one part, three parties paid.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200400" cy="3200400"/>
          </a:xfrm>
          <a:prstGeom prst="rect">
            <a:avLst/>
          </a:prstGeom>
          <a:solidFill>
            <a:srgbClr val="0F1A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Aermach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at base price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 12,500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PAID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8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 12,500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3291840" cy="320040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Aeropreserve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34840" y="3931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markup 80%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4389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ZAR 10,000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34840" y="521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(50%)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 5,000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31352" y="2743200"/>
            <a:ext cx="3200400" cy="3200400"/>
          </a:xfrm>
          <a:prstGeom prst="rect">
            <a:avLst/>
          </a:prstGeom>
          <a:solidFill>
            <a:srgbClr val="0F1A33"/>
          </a:solidFill>
          <a:ln/>
        </p:spPr>
      </p:sp>
      <p:sp>
        <p:nvSpPr>
          <p:cNvPr id="20" name="Text 18"/>
          <p:cNvSpPr/>
          <p:nvPr/>
        </p:nvSpPr>
        <p:spPr>
          <a:xfrm>
            <a:off x="8531352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1352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31352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quote total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31352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 22,500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31352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31352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 22,500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0" y="4114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726680" y="4114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platform fee = ZAR 5,000 (the other 50% of markup)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Aviation-grade. Built for the SACAA audit, not for the demo video.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73152" cy="73152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27889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query is filtered at the row level by who you are. The confidentiality model is not "we promise not to look" — it's "we cannot look without a code change."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1247120" cy="73152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611880"/>
            <a:ext cx="73152" cy="73152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ledger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6576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event (RTS signed, funds released, dispute opened, KYC approved) is appended to a tamper-evident SHA-256 chain. Verify any segment in one click.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480560"/>
            <a:ext cx="73152" cy="73152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26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custody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4526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funds sit with Naluka, not the broker. Even if a broker goes dark, buyers are protected; even if a buyer disputes, suppliers know their payout is preserved pending arbitration.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94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 + KYC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53949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POPI Act compliance for SA data subjects. KYC includes SACAA licence checks and ICAO state-of-licence verification for foreign nationals.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NALUKA </a:t>
            </a:r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Aeropreserve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now → next quarter → 6 months out.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657600" cy="548640"/>
          </a:xfrm>
          <a:prstGeom prst="rect">
            <a:avLst/>
          </a:prstGeom>
          <a:solidFill>
            <a:srgbClr val="3A8A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3657600" cy="310896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2044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Buyer RFQ + broker matching + supplier PO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Per-item markup slider (20-200%)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Auto-match trigger on RFQ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Referral attribution + dashboard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Confidentiality boundaries (DB-enforced)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KYC + audit ledger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2743200"/>
            <a:ext cx="3657600" cy="54864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1688" y="3291840"/>
            <a:ext cx="3657600" cy="310896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352044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PayFast integrated escrow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Multi-currency (USD, GBP, EUR)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In-app + email notifications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AOG fast-path (WhatsApp ping)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Supplier API onboarding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Custom domain naluka.aero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66176" y="2743200"/>
            <a:ext cx="3657600" cy="548640"/>
          </a:xfrm>
          <a:prstGeom prst="rect">
            <a:avLst/>
          </a:prstGeom>
          <a:solidFill>
            <a:srgbClr val="B84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66176" y="3291840"/>
            <a:ext cx="3657600" cy="3108960"/>
          </a:xfrm>
          <a:prstGeom prst="rect">
            <a:avLst/>
          </a:prstGeom>
          <a:solidFill>
            <a:srgbClr val="1F2C4A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352044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Competitive multi-broker bidding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Logistics + customs integration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Aircraft fleet management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Team accounts (multi-user ops)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Pan-African expansion (Kenya, Nigeria)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Mobile app (iOS + Android)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58600" y="914400"/>
            <a:ext cx="73152" cy="502920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chasing WhatsApps.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closing deals.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 naluka.aero  with the email Aeropreserve invited you 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prospect record is already there. You sign up. You're live.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4114800" cy="731520"/>
          </a:xfrm>
          <a:prstGeom prst="rect">
            <a:avLst/>
          </a:prstGeom>
          <a:solidFill>
            <a:srgbClr val="D4A93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NOW 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Questions: aeropreserve@naluka.aero   ·   support@naluka.aero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Naluka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Naluka — Broker Platform</dc:title>
  <dc:subject>PptxGenJS Presentation</dc:subject>
  <dc:creator>Naluka</dc:creator>
  <cp:lastModifiedBy>Naluka</cp:lastModifiedBy>
  <cp:revision>1</cp:revision>
  <dcterms:created xsi:type="dcterms:W3CDTF">2026-06-06T10:02:03Z</dcterms:created>
  <dcterms:modified xsi:type="dcterms:W3CDTF">2026-06-06T10:02:03Z</dcterms:modified>
</cp:coreProperties>
</file>